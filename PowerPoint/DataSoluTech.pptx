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94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84048"/>
            <a:ext cx="2194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DataSoluTech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des données médicales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017559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 MongoDB &amp; Déploiement AWS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3021439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Big Data scalable – Gestion de données patients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920240" cy="804672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520440"/>
            <a:ext cx="1920240" cy="804672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1920240" cy="804672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520440"/>
            <a:ext cx="1920240" cy="804672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Stagiaire Data Engineer  · 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9611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Contexte &amp; Objectifs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Client, problématique, solution proposée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4872" y="2039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0467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89611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Le Dataset médical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20700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CSV, analyse, 55 000 dossiers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49240" y="2039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144768" y="80467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80467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89611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Migration vers MongoDB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20700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Python, schéma, index, rôles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93608" y="2039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56032" y="281635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81635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90779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Conteneurisation Docker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21868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docker-compose, 2 volumes, 4 services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04872" y="40507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3200400" y="281635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1635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90779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Architecture AWS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21868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DocumentDB, ECS Fargate, S3, CloudWatch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49240" y="40507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144768" y="2816352"/>
            <a:ext cx="2816352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816352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0216" y="290779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Justification des choix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0216" y="3218688"/>
            <a:ext cx="25877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MongoDB ? Pourquoi Docker ? AWS 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93608" y="40507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41605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Problème client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33502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 saturée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65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 dossiers patients en croissance continue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46888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Lenteurs sur les tâches quotidiennes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03580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scalabilité horizontale possible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60273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de perte de données (pas de backup cloud)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804672"/>
            <a:ext cx="416052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804672"/>
            <a:ext cx="41605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8321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Solution DataSoluTech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33502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7.0  –  NoSQL orienté documents, scalable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190195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865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Python  –  Migration automatisée du 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 –  Conteneurisation portable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03580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d'intégrité  –  Validation avant/après migration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60273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 –  Déploiement production scalable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Dataset médical – healthcare_dataset.csv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1993392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8138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216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777240"/>
            <a:ext cx="1993392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8138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32304" y="1216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777240"/>
            <a:ext cx="1993392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8138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UTF-8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216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84848" y="777240"/>
            <a:ext cx="1993392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8138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84848" y="1216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737360"/>
            <a:ext cx="8631936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CSV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1773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MongoDB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41648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appliqué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77393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121408"/>
            <a:ext cx="863193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1579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41648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Titre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Bobby Jackson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432304"/>
            <a:ext cx="8631936" cy="29260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2468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24688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41648" y="24688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int()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4688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2743200"/>
            <a:ext cx="863193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27797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27797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41648" y="2779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Male/Female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779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3054096"/>
            <a:ext cx="8631936" cy="29260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30906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31720" y="3090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41648" y="3090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espaces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3090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3364992"/>
            <a:ext cx="863193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Condition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31720" y="3401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41648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espaces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" y="3675888"/>
            <a:ext cx="8631936" cy="29260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3712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Admission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31720" y="37124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041648" y="3712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strptime → datetime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3712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2024-01-31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6032" y="3986784"/>
            <a:ext cx="863193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4023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Amount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31720" y="4023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4164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float()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18 856.28 $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6032" y="4297680"/>
            <a:ext cx="8631936" cy="29260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" y="43342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Type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33172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041648" y="4334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3 valeurs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0" y="4334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6032" y="4608576"/>
            <a:ext cx="863193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47472" y="4645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33172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041648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3 valeurs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00800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vers MongoDB – Script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1554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1247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10512" y="1078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75104" y="768096"/>
            <a:ext cx="1554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75104" y="768096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975104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75104" y="11247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9584" y="1078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94176" y="768096"/>
            <a:ext cx="1554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4176" y="768096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94176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94176" y="11247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Typage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48656" y="1078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13248" y="768096"/>
            <a:ext cx="1554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13248" y="768096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13248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13248" y="11247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insert_many()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ordered=False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67728" y="10789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768096"/>
            <a:ext cx="1554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768096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11247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1920240"/>
            <a:ext cx="4206240" cy="2907792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7472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migrate.py – extrait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230428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cast_row(row):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" y="26334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clean_name(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" y="27980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row["Name"]),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" y="29626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int(row["Age"]),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" y="3127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"date_of_admission":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32918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parse_date(row["Date"]),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34564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"billing_amount":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" y="36210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float(row["Billing"]),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" y="37856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" y="39502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7472" y="41148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collection.insert_many(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" y="42793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documents, ordered=False)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472" y="44439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collection.create_index(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7472" y="46085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[("medical_condition",1)])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1920240"/>
            <a:ext cx="4178808" cy="2907792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0060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patient MongoDB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2304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2514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 ObjectId("..."),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"Bobby Jackson",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29352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 30,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31455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"gender": "Male",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"medical_condition": "Cancer",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35661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"date_of_admission":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3776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ISODate("2024-01-31"),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39867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"billing_amount": 18856.28,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00600" y="41970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"admission_type": "Urgent",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44074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"test_results": "Normal"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00600" y="4617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MongoDB – Index, Rôles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27432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95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 Index créés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2514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16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par patient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2514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93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medical_condition_1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350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par pathologie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2514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date_of_admission_1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/ plage temporelle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25146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48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insurance_provider_1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9044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par assureur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768096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768096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795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Rôles utilisateurs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1261872"/>
            <a:ext cx="2514600" cy="100584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64992" y="1261872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93008" y="1609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: root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complète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2432304"/>
            <a:ext cx="2514600" cy="100584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2432304"/>
            <a:ext cx="54864" cy="1005840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app_user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93008" y="2779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: readWrite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93008" y="3035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de migration &amp; 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64992" y="3602736"/>
            <a:ext cx="2514600" cy="1005840"/>
          </a:xfrm>
          <a:prstGeom prst="rect">
            <a:avLst/>
          </a:prstGeom>
          <a:solidFill>
            <a:srgbClr val="EEF2FF"/>
          </a:solidFill>
          <a:ln w="6350">
            <a:solidFill>
              <a:srgbClr val="C8D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64992" y="3602736"/>
            <a:ext cx="54864" cy="10058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readonly_user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93008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: read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93008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Analystes / tableaux de bord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768096"/>
            <a:ext cx="26517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36208" y="768096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6327648" y="795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Validation Schema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1261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validationLevel: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1261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17007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validationAction: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1700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2139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requis 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89520" y="2139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champs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578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89520" y="25786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(0–150)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89520" y="3017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2 val.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55080" y="3456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admission_type 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89520" y="3456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3 val.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38953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billing_amount 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89520" y="3895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≥ 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334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test_results 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89520" y="4334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3 val.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Docker –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docker-compose.yml — 4 services / 2 volumes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686800" cy="2743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: healthcare_net (bridge)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1965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17320"/>
            <a:ext cx="196596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csv-loader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busybox:1.36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2103120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volume csv_data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restart: 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78024" y="1417320"/>
            <a:ext cx="1965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78024" y="1417320"/>
            <a:ext cx="1965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551176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mongo:7.0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1176" y="2103120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27017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mongo_data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417320"/>
            <a:ext cx="1965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417320"/>
            <a:ext cx="1965960" cy="347472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custom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1728" y="2103120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mongodb (healthy)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csv-loader (ok)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39128" y="1417320"/>
            <a:ext cx="1965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39128" y="1417320"/>
            <a:ext cx="1965960" cy="34747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mongo-express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mongo-express:1.0.2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2103120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admin web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http://localhost:8081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13432" y="2468880"/>
            <a:ext cx="16459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2404872" y="23500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43984" y="2468880"/>
            <a:ext cx="16459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35424" y="23500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nommés Docker 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279392"/>
            <a:ext cx="411480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79392"/>
            <a:ext cx="64008" cy="5943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  csv_data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CSV source partagé entre csv-loader et migration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4279392"/>
            <a:ext cx="411480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4279392"/>
            <a:ext cx="64008" cy="5943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27448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  mongo_data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27448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Persistance de la base MongoDB entre redémarrages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AWS – Services recommandés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déploiement cloud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1783080"/>
          </a:xfrm>
          <a:prstGeom prst="rect">
            <a:avLst/>
          </a:prstGeom>
          <a:solidFill>
            <a:srgbClr val="FFF8EC"/>
          </a:solidFill>
          <a:ln w="19050">
            <a:solidFill>
              <a:srgbClr val="FF99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1106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VPC (réseau privé isolé)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389888"/>
            <a:ext cx="1920240" cy="2926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17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746504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50592" y="1389888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389888"/>
            <a:ext cx="1920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417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746504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Fargate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0832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53712" y="1389888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1389888"/>
            <a:ext cx="19202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417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1746504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73952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56832" y="1389888"/>
            <a:ext cx="1920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56832" y="1389888"/>
            <a:ext cx="1920240" cy="2926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417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0" y="1746504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2971800"/>
            <a:ext cx="2029968" cy="1901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971800"/>
            <a:ext cx="64008" cy="19019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632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DocumentDB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374136"/>
            <a:ext cx="1801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API MongoDB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Réplication multi-AZ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automatiques 35j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AES-256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32304" y="2971800"/>
            <a:ext cx="2029968" cy="1901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32304" y="2971800"/>
            <a:ext cx="64008" cy="19019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2587752" y="30632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ECS + Fargate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87752" y="3374136"/>
            <a:ext cx="1801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– 0 serveur à gérer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docker-compose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 intégré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depuis ECR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08576" y="2971800"/>
            <a:ext cx="2029968" cy="1901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2971800"/>
            <a:ext cx="64008" cy="19019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30632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64024" y="3374136"/>
            <a:ext cx="1801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CSV 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Sauvegardes mongodump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Durabilité 99.999999999%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1 $/mois pour ce projet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84848" y="2971800"/>
            <a:ext cx="2029968" cy="19019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84848" y="2971800"/>
            <a:ext cx="64008" cy="19019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1" name="Text 39"/>
          <p:cNvSpPr/>
          <p:nvPr/>
        </p:nvSpPr>
        <p:spPr>
          <a:xfrm>
            <a:off x="6940296" y="30632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0296" y="3374136"/>
            <a:ext cx="1801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CPU, RAM, I/O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Alarmes automatiques (SNS)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centralisés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en temps réel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des choix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22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8163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77240"/>
            <a:ext cx="2816352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MongoDB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316736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2618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flexible → idéal pour des données médicales hétérogènes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139696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848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Scalabilité horizontale native (sharding) vs SQL limité verticalement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2962656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9077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JSON = structure naturelle d'un dossier patient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3785616"/>
            <a:ext cx="20116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73075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riches : text, géo, multi-clé – adapté aux recherches médicales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28163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77240"/>
            <a:ext cx="2816352" cy="411480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8046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Docker 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316736"/>
            <a:ext cx="201168" cy="201168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2618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Portabilité totale : fonctionne identiquement en local et sur AWS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139696"/>
            <a:ext cx="201168" cy="201168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0848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des services : MongoDB, migration et admin dans des conteneurs séparés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962656"/>
            <a:ext cx="201168" cy="201168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9077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: même environnement pour tous les développeurs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785616"/>
            <a:ext cx="201168" cy="201168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73075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nommés : données persistantes indépendantes du conteneur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44768" y="777240"/>
            <a:ext cx="2816352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777240"/>
            <a:ext cx="2816352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8046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AWS 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81928" y="1316736"/>
            <a:ext cx="201168" cy="2011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12618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DocumentDB : MongoDB managé, 0 administration serveur, haute dispo automatique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81928" y="2139696"/>
            <a:ext cx="201168" cy="2011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20848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Fargate : déploiement Docker serverless, auto-scaling sans friction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81928" y="2962656"/>
            <a:ext cx="201168" cy="2011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6601968" y="29077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: stockage illimité, durable, &lt; 1 $/mois pour les besoins du projet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81928" y="3785616"/>
            <a:ext cx="201168" cy="2011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6601968" y="373075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: surveillance native intégrée à tous les services AWS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B3A8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110642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Python – migration automatisée CSV → MongoDB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563624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test_migration.py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16459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(unittest + pytest) – intégrité des données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579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1854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services, 2 volumes nommés (csv_data, mongo_data)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2697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27249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conteneurisée du service de migration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182112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2369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mongo-init.js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34640" y="32644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rôles utilisateurs + schéma de validation JSON Schema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721608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3776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380390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complète : installation, schéma, tests, AWS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261104"/>
            <a:ext cx="8321040" cy="475488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315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AWS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34640" y="43434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Recherches : compte, tarifs, DocumentDB, ECS, S3, CloudWatch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0" y="48188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DataSoluTech  ·  Stagiaire Data Engineer  ·  Mars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Office PowerPoint</Application>
  <PresentationFormat>Affichage à l'écran (16:9)</PresentationFormat>
  <Paragraphs>303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données médicales – MongoDB &amp; AWS</dc:title>
  <dc:subject>PptxGenJS Presentation</dc:subject>
  <dc:creator>DataSoluTech – Stagiaire Data Engineer</dc:creator>
  <cp:lastModifiedBy>Billel Rabouz</cp:lastModifiedBy>
  <cp:revision>2</cp:revision>
  <dcterms:created xsi:type="dcterms:W3CDTF">2026-03-07T12:54:13Z</dcterms:created>
  <dcterms:modified xsi:type="dcterms:W3CDTF">2026-03-23T12:05:47Z</dcterms:modified>
</cp:coreProperties>
</file>