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2809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02C39A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ADCFC"/>
                </a:solidFill>
              </a:rPr>
              <a:t>DataSoluTech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Migration des données médicales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</a:rPr>
              <a:t>vers MongoDB &amp; Déploiement AWS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Solution Big Data scalable pour la gestion de données patients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3566160"/>
            <a:ext cx="1920240" cy="822960"/>
          </a:xfrm>
          <a:prstGeom prst="rect">
            <a:avLst/>
          </a:prstGeom>
          <a:solidFill>
            <a:srgbClr val="2B3A8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611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55 000+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931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dossiers patients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3566160"/>
            <a:ext cx="1920240" cy="822960"/>
          </a:xfrm>
          <a:prstGeom prst="rect">
            <a:avLst/>
          </a:prstGeom>
          <a:solidFill>
            <a:srgbClr val="2B3A8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3611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MongoDB 7.0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68880" y="3931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NoSQL orienté docs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3566160"/>
            <a:ext cx="1920240" cy="822960"/>
          </a:xfrm>
          <a:prstGeom prst="rect">
            <a:avLst/>
          </a:prstGeom>
          <a:solidFill>
            <a:srgbClr val="2B3A8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3611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Docker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931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Conteneurisation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75120" y="3566160"/>
            <a:ext cx="1920240" cy="822960"/>
          </a:xfrm>
          <a:prstGeom prst="rect">
            <a:avLst/>
          </a:prstGeom>
          <a:solidFill>
            <a:srgbClr val="2B3A8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3611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AWS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3931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Cloud deployment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Mars 2026  •  Mission Data Engineer – Stagiaire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Sommaire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8346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54864" cy="1645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60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01. Contexte &amp; Objectifs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89304"/>
            <a:ext cx="26517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Présentation du client et des besoins identifiés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28346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68680"/>
            <a:ext cx="54864" cy="1645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960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02. Le Dataset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289304"/>
            <a:ext cx="26517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Structure et analyse des données médicales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868680"/>
            <a:ext cx="28346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868680"/>
            <a:ext cx="54864" cy="1645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960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03. Architecture MongoDB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289304"/>
            <a:ext cx="26517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Schéma, collections, index et authentification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788920"/>
            <a:ext cx="28346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788920"/>
            <a:ext cx="54864" cy="1645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880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04. Migration via Docker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209544"/>
            <a:ext cx="26517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Script Python, conteneurisation et workflow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788920"/>
            <a:ext cx="28346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788920"/>
            <a:ext cx="54864" cy="1645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2880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05. Tests d'intégrité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209544"/>
            <a:ext cx="26517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Unittest, pytest et validation des données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788920"/>
            <a:ext cx="28346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788920"/>
            <a:ext cx="54864" cy="1645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2880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06. Déploiement AWS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3209544"/>
            <a:ext cx="26517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Options cloud et services recommandés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Contexte &amp; Objectifs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02336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503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🔴  Problème client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</a:rPr>
              <a:t>Problèmes de scalabilité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</a:rPr>
              <a:t>Dataset de 55 000 dossiers patients en croissance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</a:rPr>
              <a:t>Tâches quotidiennes ralenties par le système actuel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</a:rPr>
              <a:t>Besoin d'une solution Big Data horizontalement scalable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822960"/>
            <a:ext cx="40233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822960"/>
            <a:ext cx="40233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8503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🟢  Solution proposée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32588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</a:rPr>
              <a:t>Migration vers MongoDB (NoSQL orienté documents)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</a:rPr>
              <a:t>Conteneurisation Docker pour portabilité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</a:rPr>
              <a:t>Script Python automatisé pour la migration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</a:rPr>
              <a:t>Tests d'intégrité avant et après migration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</a:rPr>
              <a:t>Déploiement sur AWS pour la production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Le Dataset – healthcare_dataset.csv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920240" cy="8686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22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55 000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lignes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777240"/>
            <a:ext cx="1920240" cy="8686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822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15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23160" y="1234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colonnes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777240"/>
            <a:ext cx="1920240" cy="8686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822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CSV UTF-8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1234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format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777240"/>
            <a:ext cx="1920240" cy="8686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822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~8 MB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20840" y="1234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taille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828800"/>
            <a:ext cx="859536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1865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Champ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1865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Type MongoDB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0" y="18653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Exemple de valeur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1865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Traitement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212848"/>
            <a:ext cx="859536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23113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Name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86000" y="223113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</a:rPr>
              <a:t>String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06240" y="223113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Bobby Jackson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0" y="223113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Normalisation Titre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514600"/>
            <a:ext cx="8595360" cy="283464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253288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Age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86000" y="253288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</a:rPr>
              <a:t>Int32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06240" y="253288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0" y="253288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Cast int()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2816352"/>
            <a:ext cx="859536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283464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Gender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286000" y="283464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</a:rPr>
              <a:t>String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206240" y="283464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Male / Female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0" y="283464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Strip espaces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118104"/>
            <a:ext cx="8595360" cy="283464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313639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Blood Type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86000" y="313639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</a:rPr>
              <a:t>String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206240" y="313639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B-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58000" y="31363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Strip espaces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3419856"/>
            <a:ext cx="859536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343814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Medical Condition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286000" y="343814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</a:rPr>
              <a:t>String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206240" y="3438144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Cancer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58000" y="343814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Strip espaces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3721608"/>
            <a:ext cx="8595360" cy="283464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373989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Date of Admission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286000" y="373989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</a:rPr>
              <a:t>Date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206240" y="373989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2024-01-31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858000" y="373989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strptime → datetime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74320" y="4023360"/>
            <a:ext cx="859536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365760" y="404164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Billing Amount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286000" y="404164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</a:rPr>
              <a:t>Double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206240" y="404164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18856.28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858000" y="404164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Cast float()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74320" y="4325112"/>
            <a:ext cx="8595360" cy="283464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57" name="Text 55"/>
          <p:cNvSpPr/>
          <p:nvPr/>
        </p:nvSpPr>
        <p:spPr>
          <a:xfrm>
            <a:off x="365760" y="434340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Admission Type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286000" y="434340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</a:rPr>
              <a:t>String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206240" y="434340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Urgent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858000" y="434340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Validé : 3 valeurs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74320" y="4626864"/>
            <a:ext cx="859536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365760" y="464515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Test Results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286000" y="464515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</a:rPr>
              <a:t>String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206240" y="464515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Normal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858000" y="464515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Validé : 3 valeurs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Architecture MongoDB – Schéma &amp; Index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389120" cy="402336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</a:rPr>
              <a:t>Document JSON patient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1449324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"_id":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"ObjectId(...)",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879092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"Bobby Jackson",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093976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"age": 30,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308860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"gender": "Male",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523744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"blood_type": "B-",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738628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"medical_condition":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2953512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"Cancer",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3168396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"date_of_admission":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383280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ISODate("2024-01-31"),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3598164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"billing_amount": 18856.28,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3813048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"admission_type": "Urgent"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4027932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92040" y="822960"/>
            <a:ext cx="39776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822960"/>
            <a:ext cx="54864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9144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Index créés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1243584"/>
            <a:ext cx="3794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name_1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medical_condition_1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date_of_admission_1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insurance_provider_1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2148840"/>
            <a:ext cx="39776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2148840"/>
            <a:ext cx="54864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22402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Validation JSON Schema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2569464"/>
            <a:ext cx="3794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validationLevel: moderate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validationAction: warn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Champs requis : 7 champs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Types vérifiés par BSON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3474720"/>
            <a:ext cx="39776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2040" y="3474720"/>
            <a:ext cx="54864" cy="1188720"/>
          </a:xfrm>
          <a:prstGeom prst="rect">
            <a:avLst/>
          </a:prstGeom>
          <a:solidFill>
            <a:srgbClr val="2B3A8A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35661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Rôles utilisateurs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0" y="3895344"/>
            <a:ext cx="3794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admin → root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app_user → readWrite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readonly_user → read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Migration via Docker – Démarche technique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1920240" cy="15544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22960"/>
            <a:ext cx="192024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8503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Étape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" y="1234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CSV Source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" y="16276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BFFA"/>
                </a:solidFill>
              </a:rPr>
              <a:t>55 000 lignes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3BFFA"/>
                </a:solidFill>
              </a:rPr>
              <a:t>healthcare_dataset.csv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03120" y="1490472"/>
            <a:ext cx="27432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138988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</a:rPr>
              <a:t>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77440" y="822960"/>
            <a:ext cx="1920240" cy="15544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77440" y="822960"/>
            <a:ext cx="192024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2377440" y="8503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Étape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1234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migrate.py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77440" y="16276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BFFA"/>
                </a:solidFill>
              </a:rPr>
              <a:t>Nettoyage, typage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3BFFA"/>
                </a:solidFill>
              </a:rPr>
              <a:t>Insert Many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1490472"/>
            <a:ext cx="27432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138988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</a:rPr>
              <a:t>▶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822960"/>
            <a:ext cx="1920240" cy="15544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822960"/>
            <a:ext cx="192024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8503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Étape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1234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MongoDB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0" y="16276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BFFA"/>
                </a:solidFill>
              </a:rPr>
              <a:t>Collection patients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3BFFA"/>
                </a:solidFill>
              </a:rPr>
              <a:t>Index + Validation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92240" y="1490472"/>
            <a:ext cx="27432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138988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</a:rPr>
              <a:t>▶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66560" y="822960"/>
            <a:ext cx="1920240" cy="15544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66560" y="822960"/>
            <a:ext cx="192024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8503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Étape 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1234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Tests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66560" y="16276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BFFA"/>
                </a:solidFill>
              </a:rPr>
              <a:t>unittest + pytest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3BFFA"/>
                </a:solidFill>
              </a:rPr>
              <a:t>Intégrité vérifiée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560320"/>
            <a:ext cx="859536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596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🐳  Structure Docker Compose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74320" y="2971800"/>
            <a:ext cx="27889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2971800"/>
            <a:ext cx="54864" cy="1874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3063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Service: mongodb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11480" y="3392424"/>
            <a:ext cx="260604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Image mongo:7.0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Port 27017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Volume persistant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46120" y="2971800"/>
            <a:ext cx="27889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46120" y="2971800"/>
            <a:ext cx="54864" cy="1874520"/>
          </a:xfrm>
          <a:prstGeom prst="rect">
            <a:avLst/>
          </a:prstGeom>
          <a:solidFill>
            <a:srgbClr val="2B3A8A"/>
          </a:solidFill>
          <a:ln/>
        </p:spPr>
      </p:sp>
      <p:sp>
        <p:nvSpPr>
          <p:cNvPr id="38" name="Text 36"/>
          <p:cNvSpPr/>
          <p:nvPr/>
        </p:nvSpPr>
        <p:spPr>
          <a:xfrm>
            <a:off x="3383280" y="3063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Service: migration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383280" y="3392424"/>
            <a:ext cx="260604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Image custom (Dockerfile)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depends_on: mongodb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restart: no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2971800"/>
            <a:ext cx="27889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17920" y="2971800"/>
            <a:ext cx="54864" cy="1874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2" name="Text 40"/>
          <p:cNvSpPr/>
          <p:nvPr/>
        </p:nvSpPr>
        <p:spPr>
          <a:xfrm>
            <a:off x="6355080" y="3063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Service: mongo-express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355080" y="3392424"/>
            <a:ext cx="260604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Interface web admin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Port 8081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Vue DB en temps réel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Tests d'intégrité – unittest &amp; pytest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889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4864" cy="2194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14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TestCleanName &amp; ParseDate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43584"/>
            <a:ext cx="260604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Normalisation des noms (Titre)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Parsing dates YYYY-MM-DD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Gestion des cas invalides (None)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822960"/>
            <a:ext cx="27889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822960"/>
            <a:ext cx="54864" cy="2194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914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TestCSVIntegrity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243584"/>
            <a:ext cx="260604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15 colonnes attendues présentes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Âge et montants numériques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Valeurs Gender valides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Aucun doublon détecté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822960"/>
            <a:ext cx="27889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822960"/>
            <a:ext cx="54864" cy="2194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914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TestPostMigration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(mock MongoDB)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1243584"/>
            <a:ext cx="260604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Structure des documents vérifiée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insert_many() appelé une seule fois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16 champs requis présents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Types BSON corrects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200400"/>
            <a:ext cx="8595360" cy="169164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</a:rPr>
              <a:t>Lancement des tests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5844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Activer l'environnement virtuel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383133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venv/bin/activate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07822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3251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Lancer tous les tests avec couverture de code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scripts/test_migration.py -v --cov=scripts --cov-report=term-missing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Déploiement sur AWS – Options cloud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54864" cy="1920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961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☁️  Amazon DocumentDB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25296"/>
            <a:ext cx="39776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Service MongoDB-compatible entièrement managé.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Pas de gestion d'infrastructure serveur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Haute disponibilité multi-AZ automatique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Backups automatiques et chiffrement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✅ RECOMMANDÉ pour la production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804672"/>
            <a:ext cx="41605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804672"/>
            <a:ext cx="54864" cy="1920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8961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📦  Amazon ECS / Fargate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225296"/>
            <a:ext cx="39776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Déploiement des conteneurs Docker sans serveur.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Exécute directement les images Docker build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Scaling automatique selon la charge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Intégration native avec ECR (registry Docker)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✅ Pour migrer nos conteneurs Docker existants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53512"/>
            <a:ext cx="41605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53512"/>
            <a:ext cx="54864" cy="1920240"/>
          </a:xfrm>
          <a:prstGeom prst="rect">
            <a:avLst/>
          </a:prstGeom>
          <a:solidFill>
            <a:srgbClr val="2B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04495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🗄️  Amazon S3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374136"/>
            <a:ext cx="39776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Stockage objet scalable et durable.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Hébergement des fichiers CSV sources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Archivage des sauvegardes MongoDB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Logs et exports de données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✅ Idéal pour le stockage des données brutes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953512"/>
            <a:ext cx="41605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953512"/>
            <a:ext cx="54864" cy="19202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304495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🛢️  Amazon RDS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3374136"/>
            <a:ext cx="39776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Base relationnelle managée (MySQL, PostgreSQL).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Option si besoin d'un système hybride SQL/NoSQL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Réplication, backups automatiques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Compatible avec les outils BI existants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⚠️ Alternatif à DocumentDB si SQL requis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B3A8A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Récapitulatif &amp; Livrables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530352"/>
          </a:xfrm>
          <a:prstGeom prst="rect">
            <a:avLst/>
          </a:prstGeom>
          <a:solidFill>
            <a:srgbClr val="2B3A8A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280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migrate.py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0" y="130759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Script Python d'automatisation de la migration CSV → MongoDB avec gestion des erreurs, typage et index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530352"/>
          </a:xfrm>
          <a:prstGeom prst="rect">
            <a:avLst/>
          </a:prstGeom>
          <a:solidFill>
            <a:srgbClr val="2B3A8A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745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1874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test_migration.py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190195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Suite de tests unitaires (unittest + pytest) couvrant les transformations et l'intégrité des données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8229600" cy="530352"/>
          </a:xfrm>
          <a:prstGeom prst="rect">
            <a:avLst/>
          </a:prstGeom>
          <a:solidFill>
            <a:srgbClr val="2B3A8A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68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2468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docker-compose.yml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08960" y="249631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Orchestration complète : MongoDB + service migration + Mongo Express (interface admin)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229600" cy="530352"/>
          </a:xfrm>
          <a:prstGeom prst="rect">
            <a:avLst/>
          </a:prstGeom>
          <a:solidFill>
            <a:srgbClr val="2B3A8A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0632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Dockerfile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08960" y="309067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Image conteneurisée du service de migration, prête pour déploiement AWS ECS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8229600" cy="530352"/>
          </a:xfrm>
          <a:prstGeom prst="rect">
            <a:avLst/>
          </a:prstGeom>
          <a:solidFill>
            <a:srgbClr val="2B3A8A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6576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3657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mongo-init.js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08960" y="368503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Initialisation MongoDB : 3 rôles utilisateurs + schéma de validation JSON Schema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206240"/>
            <a:ext cx="8229600" cy="530352"/>
          </a:xfrm>
          <a:prstGeom prst="rect">
            <a:avLst/>
          </a:prstGeom>
          <a:solidFill>
            <a:srgbClr val="2B3A8A">
              <a:alpha val="7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2519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7280" y="4251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README.md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08960" y="427939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Documentation complète : installation, schéma BDD, authentification, tests et options AWS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DataSoluTech  •  Stagiaire Data Engineer  •  Mars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Migration des données médicales vers MongoDB &amp; AWS</dc:title>
  <dc:subject>PptxGenJS Presentation</dc:subject>
  <dc:creator>DataSoluTech – Stagiaire Data Engineer</dc:creator>
  <cp:lastModifiedBy>DataSoluTech – Stagiaire Data Engineer</cp:lastModifiedBy>
  <cp:revision>1</cp:revision>
  <dcterms:created xsi:type="dcterms:W3CDTF">2026-03-03T10:01:46Z</dcterms:created>
  <dcterms:modified xsi:type="dcterms:W3CDTF">2026-03-03T10:01:46Z</dcterms:modified>
</cp:coreProperties>
</file>